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The story: routers announce their own failures hours in advance, nobody reads it, and we built the thing that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Frame it: the project needed domain knowledge first, and this is what that period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list the acronyms. Give the one-line direction: circuit to packet to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three-way split is the whole slide: inside, between, and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postal analogy if asked: MPLS is putting a routing label on the parcel once instead of re-reading the address at every sorting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link to the project: the network being monitored is increasingly a data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slide. Land the last line: the vendor documentation studied here became the dataset the model was trained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pause. Move on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gap: the information exists, it is just unread. That gap is the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for the whole project. The two-way split is what makes it operational rather than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synthetic data here, once, early. It buys credibility for everything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only ever runs on what Stage 1 flagged. That is why fault type is blank for healthy routers.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precision: it is a deliberate recall-first operating point, and the threshold is a business decision the operator can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slide. The spikes line up with the real episodes and it was not constructed to — it is a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often ask about interpretability. This is the answer, and it is exact rather than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email is a work order, not a notification. It contains everything needed to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if there is a live demo, this is where it goes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limitation before the panel finds it. Then show you know exactly what the next step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12 hours. That is the number the panel should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DEFENCE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RouterGuardian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router failures from Huawei alarm logs — and turning each prediction into an action.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Khalil   · 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project: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the network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of study before a line of code — because you cannot predict a network failure without first understanding the network.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5138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 → 5G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1216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5808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protocols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5138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IGP, BGP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02352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66944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MPLS &amp; VPNs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5138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VRF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33488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5138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spine-leaf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64624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29216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VRP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729216" y="5138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CLI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NETWORKS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generations, one direction of travel</a:t>
            </a:r>
            <a:endParaRPr lang="en-US" sz="3200" dirty="0"/>
          </a:p>
        </p:txBody>
      </p:sp>
      <p:pic>
        <p:nvPicPr>
          <p:cNvPr id="4" name="Image 0" descr="/sessions/peaceful-wonderful-newton/mnt/outputs/figs/slide/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10789920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stops being special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257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 reserved a dedicated circuit per call. By 4G voice is just data over IMS.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361688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intelligence keeps moving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61688" y="5257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in the BSC/RNC, flattened into the eNodeB, then split again into CU/DU/RU.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83296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user planes separate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83296" y="5257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5G the user-plane function can sit at the edge, close to the subscriber.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PROTOCOLS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routers agree on where to send a packet</a:t>
            </a:r>
            <a:endParaRPr lang="en-US" sz="3200" dirty="0"/>
          </a:p>
        </p:txBody>
      </p:sp>
      <p:pic>
        <p:nvPicPr>
          <p:cNvPr id="4" name="Image 0" descr="/sessions/peaceful-wonderful-newton/mnt/outputs/figs/slide/rou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078992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operator actually runs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46811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IS-IS or OSPF inside the network for reachability, BGP at the edges for policy, and MPLS or Segment Routing underneath to steer traffic along chosen paths.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MPLS, SEGMENT ROUTING &amp; VPNs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Carrying many customers over one network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routing reads the destination IP at every hop. MPLS attaches a label once, and every router afterwards just follows the label — faster, and the path can be chosen in advance. Segment Routing goes further and writes the whole route into the packet, removing the need for a separate label-distribution protocol.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router inside a physical one. Two customers can both use 192.168.1.0/24 without ever seeing each other.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2697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2926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6118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that makes each customer's overlapping address unique while it crosses the operator's core.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2697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292608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57616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6118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shipping label. It tells the receiving router which customer's table the route belongs in.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are MPLS L3VPN — how one physical network carries hundreds of separate corporate networks that never see each other.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CENTRE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question: how do you connect 100 racks?</a:t>
            </a:r>
            <a:endParaRPr lang="en-US" sz="3200" dirty="0"/>
          </a:p>
        </p:txBody>
      </p:sp>
      <p:pic>
        <p:nvPicPr>
          <p:cNvPr id="4" name="Image 0" descr="/sessions/peaceful-wonderful-newton/mnt/outputs/figs/slide/spine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6858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6916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and leaf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194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cable every switch to every other — 100 switches would need ~5,000 links. A middle layer solves it in two hops.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1821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 Ethernet frame inside an IP packet, so a VM can move between racks and keep its address.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3895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EVPN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416966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flooding to find where a machine lives, every leaf announces what is behind it in advance.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120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for the project: an operator's 4G and 5G core is no longer dedicated hardware — it is software running on servers in exactly this kind of fabric.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theory to the command 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Huawei VRP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7568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on Huawei routers and switches. Learned the view hierarchy — user, system, interface, protocol — and the habits that differ from Cisco: display instead of show, undo instead of 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practice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76732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setup, AAA and remote access, interface addressing, VLANs, and OSPF, built and tested in eNSP against the HCIA-Datacom syllabus.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4572000" cy="3383280"/>
          </a:xfrm>
          <a:prstGeom prst="roundRect">
            <a:avLst>
              <a:gd name="adj" fmla="val 270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2860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Huawei's own documentation is what made the project possible. The alarm reference that the model is built on — every alarm's meaning, its probable causes and its repair procedure — is the same vendor documentation used to learn the platform.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4160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1,973 alarm definitions came from there.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studied: HVPN — Huawei's hierarchical L3VPN, where access, aggregation and core routers each carry only the routes they need.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RouterGuardian — predicting router failures from alarm logs.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router tells you it is failing.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hours. Nobody is reading.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alarms a day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33558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medium network floods the operations centre. Almost all of it is noise.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announce themselves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4074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Degrading hardware raises alarms with rising frequency for hours beforehand.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1663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reacts after the fact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4589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Critical alarm fires, service is already gone.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89520" y="288036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474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router fails, everything downstream of it loses service.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663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router can carry 40+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beneath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last 24 hours. Predict the next 12. Act on it.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RouterGuardian scores every router in the network, and every prediction is routed to the action that actually fixes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2606040"/>
          </a:xfrm>
          <a:prstGeom prst="roundRect">
            <a:avLst>
              <a:gd name="adj" fmla="val 3509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606040"/>
            <a:ext cx="457200" cy="45720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FAULT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the on-call team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576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board, an optic, a fan. No script can fix it — a human is paged, with the alarms, the reasons and the vendor's repair procedure.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120640" cy="2606040"/>
          </a:xfrm>
          <a:prstGeom prst="roundRect">
            <a:avLst>
              <a:gd name="adj" fmla="val 3509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606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7804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FAULT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Attempt scripted remediation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6576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stuck process, a dropped session. The system tries the fix automatically and tells the team it is doing so.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matters: it is the difference between waking someone at 3am and not having to.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vendor documentation, a simulated network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1,973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alarm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extracted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48,627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events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days</a:t>
            </a:r>
            <a:endParaRPr lang="en-US" sz="1300" dirty="0"/>
          </a:p>
        </p:txBody>
      </p:sp>
      <p:pic>
        <p:nvPicPr>
          <p:cNvPr id="10" name="Image 0" descr="/sessions/peaceful-wonderful-newton/mnt/outputs/figs/slide/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880360"/>
            <a:ext cx="9692640" cy="19202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operator log was available, so the event stream is synthetic — built from real alarm names, severities and repair procedures. Every result in this deck is measured on that data, and we are explicit about what it proves.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questions, asked in order</a:t>
            </a:r>
            <a:endParaRPr lang="en-US" sz="3200" dirty="0"/>
          </a:p>
        </p:txBody>
      </p:sp>
      <p:pic>
        <p:nvPicPr>
          <p:cNvPr id="4" name="Image 0" descr="/sessions/peaceful-wonderful-newton/mnt/outputs/figs/slide/twos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00200"/>
            <a:ext cx="7315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52560" y="17373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8116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two stages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23317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windows are rare — one model would drown the signal.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gets its own operating point.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how the team actually decides.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features per window: alarm volume, type mix, severity, how fast activity is accelerating, and the router's own fault history.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out of five failures caught before they happen</a:t>
            </a:r>
            <a:endParaRPr lang="en-US" sz="3200" dirty="0"/>
          </a:p>
        </p:txBody>
      </p:sp>
      <p:pic>
        <p:nvPicPr>
          <p:cNvPr id="4" name="Image 0" descr="/sessions/peaceful-wonderful-newton/mnt/outputs/figs/slide/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69494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64592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deployed threshold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failures are predicted before they occur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 we chose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half of the alerts are false. Missing an outage costs more than an engineer checking a healthy router.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time-separated held-out split — the model is tested only on windows from later than anything it trained 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ACTUALLY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curve rises into the real failures</a:t>
            </a:r>
            <a:endParaRPr lang="en-US" sz="3200" dirty="0"/>
          </a:p>
        </p:txBody>
      </p:sp>
      <p:pic>
        <p:nvPicPr>
          <p:cNvPr id="4" name="Image 0" descr="/sessions/peaceful-wonderful-newton/mnt/outputs/figs/slide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10607040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router, four months. The model is re-scored at each point using only the alarms it had at that moment. Pale vertical lines are failures that really happened; the ringed peaks are where an alert would have fired.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score comes with its reasons</a:t>
            </a:r>
            <a:endParaRPr lang="en-US" sz="3200" dirty="0"/>
          </a:p>
        </p:txBody>
      </p:sp>
      <p:pic>
        <p:nvPicPr>
          <p:cNvPr id="4" name="Image 0" descr="/sessions/peaceful-wonderful-newton/mnt/outputs/figs/slide/dri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676656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7373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938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black box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331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prediction carries exact TreeSHAP contributions — how far every feature moved this router away from the fleet average.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520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can see why this router and not its neighbour — which is what makes the alert actionable at 3am.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PREDICTION TO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prediction leaves the screen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5740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alert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3375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on-call team is emailed the moment a hardware fault is predicted — with the alarms behind it, the model's reasons, the blast radius, and Huawei's documented repair procedure.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0574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429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assistant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3375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in the email opens a conversation grounded in that incident. It answers what to do first, how urgent it is and why the router was flagged — from the stored facts, never invented.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057400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590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Root-cause comparison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3375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routers side by side: location, physical environment, hardware age and topology. It says which of them plausibly explains the risk gap, and which is ruled out.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nobody sees is worth nothing. This is the half that makes it a system rather than a model.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used, not demonstrated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828800"/>
            <a:ext cx="9601200" cy="3017520"/>
          </a:xfrm>
          <a:prstGeom prst="rect">
            <a:avLst/>
          </a:prstGeom>
          <a:solidFill>
            <a:srgbClr val="F4F8F9"/>
          </a:solidFill>
          <a:ln>
            <a:solidFill>
              <a:srgbClr val="CFDDE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a screenshot of the Fleet or Overview tab here 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111496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5029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topology, coloured by predicted risk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5111496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5029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router ranked, with blast radius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522976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replay per router over months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5522976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outbox and CSV export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real data would change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98448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would become evidence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671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model is tested on data built alongside it. Real logs turn a coherent method into an empirical result.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98448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would drop, and that is fine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3101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precursors are noisier. A model catching half of the failures still beats discovering all of them afterwards.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98448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would become real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44531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 is synthesised. With a real inventory, ranking by risk times customers affected is what an operations centre actually wants.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54406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and the system are real. Only the evidence is synthetic — and swapping in real logs exercises the same pipeline end to end.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unread alarm stream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an actionable prediction.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1,973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Huawei alarm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recall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12h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before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paths,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RouterGuardian</dc:title>
  <dc:subject>PptxGenJS Presentation</dc:subject>
  <dc:creator>Khalil</dc:creator>
  <cp:lastModifiedBy>Khalil</cp:lastModifiedBy>
  <cp:revision>1</cp:revision>
  <dcterms:created xsi:type="dcterms:W3CDTF">2026-08-30T01:31:08Z</dcterms:created>
  <dcterms:modified xsi:type="dcterms:W3CDTF">2026-08-30T01:31:08Z</dcterms:modified>
</cp:coreProperties>
</file>